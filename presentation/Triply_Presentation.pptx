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Повнофункціональна платформа бронювання готелів і транспорту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Дипломний проєкт  ·  React + .NET + PostgreSQL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розробки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Тімлід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4892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Діма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Бекенд-розробник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892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Тарас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Фронтенд-розробник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98280" y="4892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DevOps-інженер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проєкт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Triply та яку проблему він вирішує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це веб-платформа для пошуку та бронювання готелів і квитків на транспорт (автобус, потяг, літак), яка обʼєднує клієнтів, власників готелів (реалторів) та адміністраторів в одній системі.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готелів за фільтрами, бронювання, оплата, чат з власником, купівля квитків на транспорт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46888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Власники (реалтори)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 готелями, номерами, бронюваннями, спілкування з клієнтами через чат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Адміністратори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5320" y="3200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адміністрування: дашборд з аналітикою, керування користувачами та бронюваннями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6616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566160" cy="4389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5 (UI-кіт)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(адмін-панель)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client (чат)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(укр/англ)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(карти)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417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566160" cy="4389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0312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ASP.NET Core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(CQRS)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 + JWT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(реалтайм чат)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(логування)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MailKit (email)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6616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1417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4389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10312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(Neon, хмара)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(моніторинг помилок)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Umami (веб-аналітика)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(reverse proxy)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на бекенді, шарова структура на фронтенді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(Clean Architecture)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Контролери, SignalR Hub, middleware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CQRS: команди/запити, MediatR, DTO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Сутності, бізнес-правила, інтерфейси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репозиторії, зовнішні сервіси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(модульна структура)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745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</a:t>
            </a:r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Роутинг, глобальні провайдери, стилі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74320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7432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Сторінки (готелі, транспорт, чат, адмін)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61188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6118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Складові блоки UI (карта, картки готелів)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/ shared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API-клієнти, типи, спільні компоненти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патерни: ідемпотентний seed бази даних, реалтайм-чат через SignalR (групи по розмові й користувачу), рольова модель доступу (Customer / Realtor / Admin).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бази даних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спрощена ER-діаграма ключових сутностей (у БД — 30+ таблиць)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0" y="141732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1E3A8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30752" y="1417320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AppUser (Identity)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Email · Роль · JWT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63040" y="224028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192" y="224028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Бронювання, картки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224028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Готелі, чати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6324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Дати, статус, оплата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306324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06324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↔ Realtor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306324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306324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Квиток на маршрут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306324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306324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Зірки, адреса, фото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8620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BookingRoomVariant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звʼязок Booking ↔ RoomVariant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51760" y="3886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388620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автор, час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3886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88620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TransportRoute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перевізник, ціна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06640" y="3886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388620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Площа, тип кімнати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0" y="470916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470916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Country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 міст і країн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06640" y="470916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70916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RoomVariant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Гості, ліжка, ціна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1965960"/>
            <a:ext cx="0" cy="118872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2084832"/>
            <a:ext cx="2377440" cy="0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084832"/>
            <a:ext cx="0" cy="155448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29200" y="1965960"/>
            <a:ext cx="0" cy="64008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2029968"/>
            <a:ext cx="2377440" cy="0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0" y="2029968"/>
            <a:ext cx="0" cy="210312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651760" y="2743200"/>
            <a:ext cx="0" cy="1097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2852928"/>
            <a:ext cx="118872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2852928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651760" y="2743200"/>
            <a:ext cx="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0" y="2926080"/>
            <a:ext cx="118872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926080"/>
            <a:ext cx="0" cy="13716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651760" y="2743200"/>
            <a:ext cx="0" cy="7315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2816352"/>
            <a:ext cx="35661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2816352"/>
            <a:ext cx="0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406640" y="2743200"/>
            <a:ext cx="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2962656"/>
            <a:ext cx="35661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0" y="2962656"/>
            <a:ext cx="0" cy="10058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06640" y="2743200"/>
            <a:ext cx="0" cy="14630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6640" y="2889504"/>
            <a:ext cx="118872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5360" y="2889504"/>
            <a:ext cx="0" cy="17373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463040" y="3566160"/>
            <a:ext cx="0" cy="32004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840480" y="3566160"/>
            <a:ext cx="0" cy="32004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217920" y="3566160"/>
            <a:ext cx="0" cy="32004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595360" y="3566160"/>
            <a:ext cx="0" cy="32004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217920" y="4389120"/>
            <a:ext cx="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595360" y="4389120"/>
            <a:ext cx="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00584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058400" y="178308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E3A8A"/>
          </a:solidFill>
          <a:ln/>
        </p:spPr>
      </p:sp>
      <p:sp>
        <p:nvSpPr>
          <p:cNvPr id="60" name="Text 58"/>
          <p:cNvSpPr/>
          <p:nvPr/>
        </p:nvSpPr>
        <p:spPr>
          <a:xfrm>
            <a:off x="1042416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58400" y="2167128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10424160" y="21214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Ролі користувачів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058400" y="255117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0EA5E9"/>
          </a:solidFill>
          <a:ln/>
        </p:spPr>
      </p:sp>
      <p:sp>
        <p:nvSpPr>
          <p:cNvPr id="64" name="Text 62"/>
          <p:cNvSpPr/>
          <p:nvPr/>
        </p:nvSpPr>
        <p:spPr>
          <a:xfrm>
            <a:off x="10424160" y="25054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Основні сутності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058400" y="2935224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6B7280"/>
          </a:solidFill>
          <a:ln/>
        </p:spPr>
      </p:sp>
      <p:sp>
        <p:nvSpPr>
          <p:cNvPr id="66" name="Text 64"/>
          <p:cNvSpPr/>
          <p:nvPr/>
        </p:nvSpPr>
        <p:spPr>
          <a:xfrm>
            <a:off x="10424160" y="28895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 / звʼязки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0058400" y="3319272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6A34A"/>
          </a:solidFill>
          <a:ln/>
        </p:spPr>
      </p:sp>
      <p:sp>
        <p:nvSpPr>
          <p:cNvPr id="68" name="Text 66"/>
          <p:cNvSpPr/>
          <p:nvPr/>
        </p:nvSpPr>
        <p:spPr>
          <a:xfrm>
            <a:off x="10424160" y="32735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Довідники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0058400" y="3977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звʼязки; окремі допоміжні таблиці (амініті, фото, відгуки, банківські картки тощо) опущені для наочності.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та розподіл ролей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4937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73736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92024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Архітектурні рішення, код-рев'ю, координація команди, інтеграція модулів, підготовка релізів і захисту проєкту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51760" cy="4937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17373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279392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9272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Діма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9272" y="29992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85032" y="3429000"/>
            <a:ext cx="19202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36118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API, Clean Architecture, бізнес-логіка (CQRS-хендлери), робота з базою даних, авторизація, SignalR-хаб чату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651760" cy="4937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1464" y="17373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81344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Тарас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81344" y="29992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47104" y="3429000"/>
            <a:ext cx="192024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6118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React-інтерфейс, сторінки бронювання й транспорту, адаптивна верстка, інтеграція з API, локалізація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43416" y="1463040"/>
            <a:ext cx="2651760" cy="4937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03536" y="173736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003536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43416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43416" y="29992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409176" y="3429000"/>
            <a:ext cx="192024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36118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Docker-інфраструктура, CI/CD, хостинг бази (Neon), моніторинг (Sentry, Umami), налаштування середовищ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Олег — Team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Архітектура, координація команди та інтеграція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9728" cy="4572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Визначив загальну архітектуру проєкту: Clean Architecture на бекенді, модульну структуру фронтенду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Проєктував доменну модель (готелі, бронювання, чат, транспорт, ролі користувачів)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Проводив код-рев'ю та стежив за консистентністю коду між модулями команди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Налаштував систему рольового доступу (Customer / Realtor / Admin) та наскрізні бізнес-правила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Інтегрував напрацювання Діми, Тараса та Макса в єдину робочу систему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Готував версії релізів, документацію та захист проєкту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Діма — Backend Developer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API, бізнес-логіка та база даних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9728" cy="457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Розробив REST API на ASP.NET Core з використанням CQRS (MediatR): команди й запити для готелів, бронювань, транспорту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Реалізував доменні сутності та Entity Framework Core міграції, ідемпотентний seed бази даних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Побудував авторизацію та автентифікацію на ASP.NET Identity + JWT з розмежуванням ролей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Реалізував SignalR Hub для реалтайм-чату (групи по розмові й по користувачу для лічильника непрочитаних)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Написав бізнес-логіку бронювання: перевірку доступності номерів, оплату, статуси бронювань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Покрив ключову логіку unit-тестами (наприклад, обробку помилок при створенні бронювання)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Тарас — Frontend Developer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React-інтерфейс та користувацький досвід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9728" cy="4572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Розробив основні сторінки: пошук і деталі готелю, бронювання, оплата, транспорт, мої квитки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Реалізував адаптивний UI на Ant Design з кастомною темою під бренд Triply (світла/темна тема)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Інтегрував карти (Leaflet + CARTO) для відображення готелів і поблизьких місць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Підключив реалтайм-чат на клієнті (SignalR) та сторінку повідомлень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Реалізував локалізацію інтерфейсу (українська/англійська) через i18next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Побудував адмін-панель на Refine: дашборд з аналітикою, керування користувачами й бронюваннями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 — DevOps Engineer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Інфраструктура, розгортання та моніторинг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9728" cy="4572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Налаштував Docker-контейнеризацію всього проєкту (frontend, backend, nginx) через docker compose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Підключив хмарну базу даних PostgreSQL (Neon) та безпечне керування секретами (.env)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Налаштував CI/CD пайплайн (GitHub Actions): збірка, тести, автоматичне розгортання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Впровадив моніторинг помилок (Sentry) для фронтенду й бекенду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Підключив веб-аналітику (Umami) для відстеження реального трафіку користувачів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Забезпечив стабільну роботу середовищ розробки та продакшн-конфігурацій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Ключовий функціонал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готелів за фільтрами (місто, дата, зірки, зручності) з картою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8105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5544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цикл бронювання з оплатою карткою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999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Купівля квитків на транспорт (автобус, потяг, літак)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743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999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7432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Реалтайм-чат клієнт ↔ власник готелю через SignalR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 кабінет реалтора для керування готелями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1879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39319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Адмін-панель з дашбордом, аналітикою й керуванням користувачами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12064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53766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1206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Багатомовність (укр/англ) та вибір валюти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512064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53766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03720" y="51206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Аналітика реального трафіку через Umami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Скріншоти сайту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сторінка та каталог готелів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40680" cy="292608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6916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50492"/>
            <a:ext cx="4480560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4592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triply.app</a:t>
            </a:r>
            <a:endParaRPr lang="en-US" sz="900" dirty="0"/>
          </a:p>
        </p:txBody>
      </p:sp>
      <p:pic>
        <p:nvPicPr>
          <p:cNvPr id="11" name="Image 0" descr="/tmp/claude-1000/-home-user/5e5e286e-5cee-4f4b-a337-b80665435e8b/scratchpad/shots/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92808"/>
            <a:ext cx="5440680" cy="44165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892808"/>
            <a:ext cx="5440680" cy="441655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600200"/>
            <a:ext cx="5440680" cy="292608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73368" y="16916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4536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6775704" y="16916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0" y="1650492"/>
            <a:ext cx="4480560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7086600" y="164592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triply.app</a:t>
            </a:r>
            <a:endParaRPr lang="en-US" sz="900" dirty="0"/>
          </a:p>
        </p:txBody>
      </p:sp>
      <p:pic>
        <p:nvPicPr>
          <p:cNvPr id="19" name="Image 1" descr="/tmp/claude-1000/-home-user/5e5e286e-5cee-4f4b-a337-b80665435e8b/scratchpad/shots/02-hote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892808"/>
            <a:ext cx="5440680" cy="441655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63640" y="1892808"/>
            <a:ext cx="5440680" cy="441655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638251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сторінка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63640" y="638251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готелів з фільтрами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Скріншоти сайту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 готелю та пошук транспорту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40680" cy="292608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6916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50492"/>
            <a:ext cx="4480560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4592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triply.app</a:t>
            </a:r>
            <a:endParaRPr lang="en-US" sz="900" dirty="0"/>
          </a:p>
        </p:txBody>
      </p:sp>
      <p:pic>
        <p:nvPicPr>
          <p:cNvPr id="11" name="Image 0" descr="/tmp/claude-1000/-home-user/5e5e286e-5cee-4f4b-a337-b80665435e8b/scratchpad/shots/03-hotel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92808"/>
            <a:ext cx="5440680" cy="44165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892808"/>
            <a:ext cx="5440680" cy="441655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600200"/>
            <a:ext cx="5440680" cy="292608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73368" y="16916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4536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6775704" y="16916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0" y="1650492"/>
            <a:ext cx="4480560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7086600" y="164592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triply.app</a:t>
            </a:r>
            <a:endParaRPr lang="en-US" sz="900" dirty="0"/>
          </a:p>
        </p:txBody>
      </p:sp>
      <p:pic>
        <p:nvPicPr>
          <p:cNvPr id="19" name="Image 1" descr="/tmp/claude-1000/-home-user/5e5e286e-5cee-4f4b-a337-b80665435e8b/scratchpad/shots/04-trans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892808"/>
            <a:ext cx="5440680" cy="441655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63640" y="1892808"/>
            <a:ext cx="5440680" cy="441655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638251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 готелю (фото, зручності, карта)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63640" y="638251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пошуку транспорту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Скріншоти сайту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Адмін-панель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48156" y="1508760"/>
            <a:ext cx="9692640" cy="292608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7884" y="16002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559052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760220" y="160020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2025396" y="1559052"/>
            <a:ext cx="8732520" cy="192024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71116" y="15544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triply.app</a:t>
            </a:r>
            <a:endParaRPr lang="en-US" sz="900" dirty="0"/>
          </a:p>
        </p:txBody>
      </p:sp>
      <p:pic>
        <p:nvPicPr>
          <p:cNvPr id="11" name="Image 0" descr="/tmp/claude-1000/-home-user/5e5e286e-5cee-4f4b-a337-b80665435e8b/scratchpad/shots/05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48156" y="1801368"/>
            <a:ext cx="9692640" cy="455371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48156" y="1801368"/>
            <a:ext cx="9692640" cy="455371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8156" y="642823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адміністратора з аналітикою бронювань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Triply — платформа бронювання подорожей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Дякуємо за увагу!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Triply: Олег (Team Lead) · Діма (Backend) · Тарас (Frontend) · Макс (DevOps)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2026-08-20T08:03:13Z</dcterms:created>
  <dcterms:modified xsi:type="dcterms:W3CDTF">2026-08-20T08:03:13Z</dcterms:modified>
</cp:coreProperties>
</file>